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58" r:id="rId3"/>
    <p:sldId id="257" r:id="rId4"/>
    <p:sldId id="260" r:id="rId5"/>
  </p:sldIdLst>
  <p:sldSz cx="7559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CAB"/>
    <a:srgbClr val="30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66" d="100"/>
          <a:sy n="266" d="100"/>
        </p:scale>
        <p:origin x="22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589241"/>
            <a:ext cx="5669756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891070"/>
            <a:ext cx="566975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615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957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897613"/>
            <a:ext cx="652022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2409468"/>
            <a:ext cx="652022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026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958453"/>
            <a:ext cx="3212862" cy="22844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958453"/>
            <a:ext cx="3212862" cy="228445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278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91691"/>
            <a:ext cx="6520220" cy="69592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882610"/>
            <a:ext cx="319809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315164"/>
            <a:ext cx="3198097" cy="193440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882610"/>
            <a:ext cx="32138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315164"/>
            <a:ext cx="3213847" cy="193440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134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291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958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40030"/>
            <a:ext cx="243819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518398"/>
            <a:ext cx="3827085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080135"/>
            <a:ext cx="243819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86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40030"/>
            <a:ext cx="2438192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518398"/>
            <a:ext cx="3827085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080135"/>
            <a:ext cx="2438192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27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104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91691"/>
            <a:ext cx="1630055" cy="305121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91691"/>
            <a:ext cx="4795669" cy="305121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412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91691"/>
            <a:ext cx="652022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958453"/>
            <a:ext cx="652022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337084"/>
            <a:ext cx="170092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0327F-B5AD-4DEE-87E6-3E610F725D2B}" type="datetimeFigureOut">
              <a:rPr lang="cs-CZ" smtClean="0"/>
              <a:t>26.11.2025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337084"/>
            <a:ext cx="255139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337084"/>
            <a:ext cx="1700927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8C0F9-BF59-4E31-980F-2156E376FF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798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FE73-86ED-D836-2E7F-4BB5815F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Písmo, snímek obrazovky, text, Grafika&#10;&#10;Obsah generovaný pomocí AI může být nesprávný.">
            <a:extLst>
              <a:ext uri="{FF2B5EF4-FFF2-40B4-BE49-F238E27FC236}">
                <a16:creationId xmlns:a16="http://schemas.microsoft.com/office/drawing/2014/main" id="{7C71C141-4D09-80E6-9843-21E2C5601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212"/>
            <a:ext cx="4074507" cy="11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90F7-87F8-5743-294D-F60AF7B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Písmo, snímek obrazovky, text, Grafika&#10;&#10;Obsah generovaný pomocí AI může být nesprávný.">
            <a:extLst>
              <a:ext uri="{FF2B5EF4-FFF2-40B4-BE49-F238E27FC236}">
                <a16:creationId xmlns:a16="http://schemas.microsoft.com/office/drawing/2014/main" id="{14BF17AF-EE38-FC44-874D-9FEB15C16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7" y="146504"/>
            <a:ext cx="4074507" cy="1193063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6236560-AFC6-E0D1-AB89-68EE56606531}"/>
              </a:ext>
            </a:extLst>
          </p:cNvPr>
          <p:cNvSpPr txBox="1"/>
          <p:nvPr/>
        </p:nvSpPr>
        <p:spPr>
          <a:xfrm>
            <a:off x="5357824" y="146504"/>
            <a:ext cx="22018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Režim přístupnosti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ZČU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součástí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Zaměstnanci</a:t>
            </a:r>
          </a:p>
          <a:p>
            <a:r>
              <a:rPr lang="cs-CZ" sz="1400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☐ Studující</a:t>
            </a:r>
          </a:p>
        </p:txBody>
      </p:sp>
    </p:spTree>
    <p:extLst>
      <p:ext uri="{BB962C8B-B14F-4D97-AF65-F5344CB8AC3E}">
        <p14:creationId xmlns:p14="http://schemas.microsoft.com/office/powerpoint/2010/main" val="343084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442F-5FBB-04F9-AF83-74C732BE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Písmo, snímek obrazovky, text, Grafika&#10;&#10;Obsah generovaný pomocí AI může být nesprávný.">
            <a:extLst>
              <a:ext uri="{FF2B5EF4-FFF2-40B4-BE49-F238E27FC236}">
                <a16:creationId xmlns:a16="http://schemas.microsoft.com/office/drawing/2014/main" id="{5D0EB868-9144-F305-A918-B7030654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7" y="146504"/>
            <a:ext cx="4074507" cy="1193063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D76FA07-AE93-7C55-B830-797F23085773}"/>
              </a:ext>
            </a:extLst>
          </p:cNvPr>
          <p:cNvSpPr txBox="1"/>
          <p:nvPr/>
        </p:nvSpPr>
        <p:spPr>
          <a:xfrm>
            <a:off x="5357824" y="146504"/>
            <a:ext cx="2201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Režim přístupnosti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ZČU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Vedení součástí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☑ Zaměstnanci</a:t>
            </a:r>
          </a:p>
          <a:p>
            <a:r>
              <a:rPr lang="cs-CZ" dirty="0">
                <a:solidFill>
                  <a:srgbClr val="135CAB"/>
                </a:solidFill>
                <a:latin typeface="Franklin Gothic Book" panose="020B0503020102020204" pitchFamily="34" charset="0"/>
              </a:rPr>
              <a:t>  ☐ Studující</a:t>
            </a:r>
          </a:p>
        </p:txBody>
      </p:sp>
    </p:spTree>
    <p:extLst>
      <p:ext uri="{BB962C8B-B14F-4D97-AF65-F5344CB8AC3E}">
        <p14:creationId xmlns:p14="http://schemas.microsoft.com/office/powerpoint/2010/main" val="420409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1019B6-002E-FA14-95AB-BC34666F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85418E-DF5C-06E7-9F25-49C829832D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445085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i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32</Words>
  <Application>Microsoft Office PowerPoint</Application>
  <PresentationFormat>Vlastní</PresentationFormat>
  <Paragraphs>10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Franklin Gothic Book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Martina Štípková</dc:creator>
  <cp:lastModifiedBy>Martina Štípková</cp:lastModifiedBy>
  <cp:revision>12</cp:revision>
  <dcterms:created xsi:type="dcterms:W3CDTF">2025-11-25T10:42:12Z</dcterms:created>
  <dcterms:modified xsi:type="dcterms:W3CDTF">2025-11-26T07:30:58Z</dcterms:modified>
</cp:coreProperties>
</file>